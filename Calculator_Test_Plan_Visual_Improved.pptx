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CALCULATOR TEST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A clear, practical roadmap for manual functional testing.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6675120" cy="324612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2ACDDD"/>
                </a:solidFill>
                <a:latin typeface="Aptos"/>
              </a:defRPr>
            </a:pPr>
            <a:r>
              <a:t>PLAN  →  TEST  → 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6126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We define what to test, how to test it, and when testing is complete.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423160"/>
            <a:ext cx="3840480" cy="3246120"/>
          </a:xfrm>
          <a:prstGeom prst="roundRect">
            <a:avLst/>
          </a:prstGeom>
          <a:solidFill>
            <a:srgbClr val="1E6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278892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01  Scope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02  Approach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03  Quality gates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04 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Why do we need a Test Plan?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One shared plan before test execution starts.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Features and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Manual black-box 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WHERE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Browser and test environment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59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Team responsibilities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32376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2376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2376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Estimated schedule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8911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41791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1791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DONE?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1791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Entry and exit criteria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What are we checking?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Our goal is dependable calculator behavior.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Correct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Addition, subtraction, multiplication and division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Safe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Invalid operations, including division by zero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Clear 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Readable input and results, including decimals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What is in — and out?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Keep the agreed testing boundary visible.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Four basic operations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Numeric input and results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Decimals and clear/reset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ADDITIONAL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Keyboard input and backspace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Chained calculations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Negative numbers and rounding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Scientific functions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Advanced load/security testing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Broad cross-browser 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Core feature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Seven key functions organized with feature IDs.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F01 · F02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Addition and subtraction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F03 · F04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Multiplication and division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Numeric input and result display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59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Decimal calculations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32376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2376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2376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Clear / reset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8911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41791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1791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EDGE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1791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Division by zero and invalid input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How will we test?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Manual black-box functional testing through the visible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5362955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49971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01 · 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4997195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Select inputs and expected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3" y="2304288"/>
            <a:ext cx="5362955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87083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7083" y="2724912"/>
            <a:ext cx="49971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02 · 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7083" y="3273552"/>
            <a:ext cx="4997195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Enter values and perform the operation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25112"/>
            <a:ext cx="5362955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59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745736"/>
            <a:ext cx="49971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03 · 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94376"/>
            <a:ext cx="4997195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Compare actual and expected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3" y="4325112"/>
            <a:ext cx="5362955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87083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7083" y="4745736"/>
            <a:ext cx="49971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04 · 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7083" y="5294376"/>
            <a:ext cx="4997195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Record pass/fail and report defects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From requirement to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A simple test case connects a feature to an expected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REQ-01: The calculator shall perform addition.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TEST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Enter 5 + 3 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The display shows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QUALITY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When can testing start and finish?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Entry and exit criteria prevent unclear handoffs.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5362955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49971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ENTRY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4997195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App is accessible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Requirements reviewed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Environment ready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Test cases prepared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3" y="2304288"/>
            <a:ext cx="5362955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87083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7083" y="2724912"/>
            <a:ext cx="49971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EXIT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7083" y="3273552"/>
            <a:ext cx="4997195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High-priority tests executed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Critical defects fixed and retested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Results documented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Summary reviewed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Where will testing happen?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Use a consistent setup for repeatable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Basic Calculator Web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DEVICE /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Laptop or desktop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Windows 11 (planned)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Google Chrome</a:t>
            </a:r>
          </a:p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Stable internet connection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What could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Identify the risk, then plan a response.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Unclear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Confirm expected behavior before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Large or unusual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Check input limits and result readability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Delays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Assign owners and track progress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Proposed testing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Estimated durations only; dates must be confirmed.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Requirements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DAY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Test planning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DAY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Test case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59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DAYS 4–5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Test execution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32376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2376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DAY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2376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Defect retesting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8911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41791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1791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DAY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1791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Test closure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What will the team deliver?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Documents and evidence created across the testing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Test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Approved testing roadmap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Test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Steps, data and expected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Execution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Pass/fail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59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Defect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Reproducible issues and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32376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2376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Test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2376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Coverage, outcomes and open risks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Who is responsible?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Clear roles support consistent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Nourhan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rPr dirty="0"/>
              <a:t>Scope, </a:t>
            </a:r>
            <a:r>
              <a:rPr dirty="0" smtClean="0"/>
              <a:t>coordination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rPr lang="en-US" dirty="0" smtClean="0"/>
              <a:t>Retag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Features and testing approach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Mahaba Samir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Environment requirements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59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Khaled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Requirements and review checklist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32376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2376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Abdullah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2376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Risks and mitigation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8911" y="4325112"/>
            <a:ext cx="3508248" cy="1819656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41791" y="4526280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1791" y="4745736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Team Lead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1791" y="5294376"/>
            <a:ext cx="3142488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Final review and approval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3152" cy="384048"/>
          </a:xfrm>
          <a:prstGeom prst="round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ACDDD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Ready for review — not yet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1B6D6"/>
                </a:solidFill>
                <a:latin typeface="Aptos"/>
              </a:defRPr>
            </a:pPr>
            <a:r>
              <a:t>A test plan is preparation, not proof that tests have passed.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37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1B6D6"/>
                </a:solidFill>
                <a:latin typeface="Aptos"/>
              </a:defRPr>
            </a:pPr>
            <a:r>
              <a:t>CALC / TEST PLAN     •    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59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Supported features and expected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2376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2376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Scope, schedule and responsibilities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2304288"/>
            <a:ext cx="3508248" cy="3840480"/>
          </a:xfrm>
          <a:prstGeom prst="roundRect">
            <a:avLst/>
          </a:prstGeom>
          <a:solidFill>
            <a:srgbClr val="1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1791" y="2505456"/>
            <a:ext cx="347472" cy="73152"/>
          </a:xfrm>
          <a:prstGeom prst="rect">
            <a:avLst/>
          </a:prstGeom>
          <a:solidFill>
            <a:srgbClr val="2AC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1791" y="2724912"/>
            <a:ext cx="3142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3273552"/>
            <a:ext cx="314248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1B6D6"/>
                </a:solidFill>
                <a:latin typeface="Aptos"/>
              </a:defRPr>
            </a:pPr>
            <a:r>
              <a:t>Design and execute test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674</Words>
  <Application>Microsoft Office PowerPoint</Application>
  <PresentationFormat>Widescreen</PresentationFormat>
  <Paragraphs>182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Retag Ashraf</dc:creator>
  <cp:keywords/>
  <dc:description>generated using python-pptx</dc:description>
  <cp:lastModifiedBy>Retag Ashraf</cp:lastModifiedBy>
  <cp:revision>3</cp:revision>
  <dcterms:created xsi:type="dcterms:W3CDTF">2013-01-27T09:14:16Z</dcterms:created>
  <dcterms:modified xsi:type="dcterms:W3CDTF">2026-10-24T13:19:46Z</dcterms:modified>
  <cp:category/>
</cp:coreProperties>
</file>